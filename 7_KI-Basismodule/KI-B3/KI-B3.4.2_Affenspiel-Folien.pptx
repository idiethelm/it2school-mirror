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56" r:id="rId3"/>
    <p:sldId id="262" r:id="rId4"/>
    <p:sldId id="264" r:id="rId5"/>
    <p:sldId id="259" r:id="rId6"/>
    <p:sldId id="263" r:id="rId7"/>
    <p:sldId id="265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386332-D646-4357-9AF0-E1DBF0D7D806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1BB27-4551-4A94-922A-637037D6414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195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c431a92d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c431a92d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813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Trainingsdaten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8474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4056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Trainingsdaten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1373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Testdaten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D1BB27-4551-4A94-922A-637037D6414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947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4467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4290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399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871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66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5460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352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7412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19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029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1028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schnittsüberschrift 1">
  <p:cSld name="Abschnittsüberschrift 1">
    <p:bg>
      <p:bgPr>
        <a:solidFill>
          <a:srgbClr val="D95E4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FF4"/>
              </a:buClr>
              <a:buSzPts val="3600"/>
              <a:buFont typeface="Roboto"/>
              <a:buNone/>
              <a:defRPr sz="4800">
                <a:solidFill>
                  <a:srgbClr val="FAFFF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5" name="Google Shape;45;p4"/>
          <p:cNvSpPr/>
          <p:nvPr/>
        </p:nvSpPr>
        <p:spPr>
          <a:xfrm rot="1764378">
            <a:off x="882042" y="248458"/>
            <a:ext cx="411405" cy="293917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6" name="Google Shape;46;p4"/>
          <p:cNvSpPr/>
          <p:nvPr/>
        </p:nvSpPr>
        <p:spPr>
          <a:xfrm rot="-1732892">
            <a:off x="-156821" y="705533"/>
            <a:ext cx="411593" cy="294145"/>
          </a:xfrm>
          <a:prstGeom prst="triangle">
            <a:avLst>
              <a:gd name="adj" fmla="val 50000"/>
            </a:avLst>
          </a:prstGeom>
          <a:solidFill>
            <a:srgbClr val="FAFFF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9555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62D77-F080-4DAB-A503-2C55E511CB17}" type="datetimeFigureOut">
              <a:rPr lang="de-DE" smtClean="0"/>
              <a:t>30.06.2023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4FE47-6457-4A1C-800A-0DCE9C7FD5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497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16.pn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6.png"/><Relationship Id="rId21" Type="http://schemas.openxmlformats.org/officeDocument/2006/relationships/image" Target="../media/image27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17" Type="http://schemas.openxmlformats.org/officeDocument/2006/relationships/image" Target="../media/image23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5.png"/><Relationship Id="rId24" Type="http://schemas.openxmlformats.org/officeDocument/2006/relationships/image" Target="../media/image30.png"/><Relationship Id="rId5" Type="http://schemas.openxmlformats.org/officeDocument/2006/relationships/image" Target="../media/image9.png"/><Relationship Id="rId15" Type="http://schemas.openxmlformats.org/officeDocument/2006/relationships/image" Target="../media/image20.png"/><Relationship Id="rId23" Type="http://schemas.openxmlformats.org/officeDocument/2006/relationships/image" Target="../media/image29.png"/><Relationship Id="rId28" Type="http://schemas.openxmlformats.org/officeDocument/2006/relationships/image" Target="../media/image34.png"/><Relationship Id="rId10" Type="http://schemas.openxmlformats.org/officeDocument/2006/relationships/image" Target="../media/image10.png"/><Relationship Id="rId19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8.png"/><Relationship Id="rId14" Type="http://schemas.openxmlformats.org/officeDocument/2006/relationships/image" Target="../media/image19.png"/><Relationship Id="rId22" Type="http://schemas.openxmlformats.org/officeDocument/2006/relationships/image" Target="../media/image28.png"/><Relationship Id="rId27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39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37.png"/><Relationship Id="rId5" Type="http://schemas.openxmlformats.org/officeDocument/2006/relationships/image" Target="../media/image13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4.png"/><Relationship Id="rId9" Type="http://schemas.openxmlformats.org/officeDocument/2006/relationships/image" Target="../media/image21.png"/><Relationship Id="rId1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>
            <a:spLocks noGrp="1"/>
          </p:cNvSpPr>
          <p:nvPr>
            <p:ph type="title"/>
          </p:nvPr>
        </p:nvSpPr>
        <p:spPr>
          <a:xfrm>
            <a:off x="415600" y="387183"/>
            <a:ext cx="11360800" cy="102973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de" sz="3600" dirty="0"/>
              <a:t>Klassifikation mit Entscheidungsbäumen: </a:t>
            </a:r>
            <a:endParaRPr sz="3600" dirty="0"/>
          </a:p>
          <a:p>
            <a:r>
              <a:rPr lang="de" sz="3600" dirty="0"/>
              <a:t>Das Gute-Äffchen-Böse-Äffchen-Spiel</a:t>
            </a:r>
            <a:endParaRPr sz="3600" dirty="0"/>
          </a:p>
        </p:txBody>
      </p:sp>
      <p:sp>
        <p:nvSpPr>
          <p:cNvPr id="3" name="Textfeld 2"/>
          <p:cNvSpPr txBox="1"/>
          <p:nvPr/>
        </p:nvSpPr>
        <p:spPr>
          <a:xfrm>
            <a:off x="1664043" y="2792632"/>
            <a:ext cx="85096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Alternativ zu ausgeschnittenen Bildkarten können Sie diese Präsentation für die Durchführung des Äffchen-Spiels verwenden. Gerne dürfen Sie diese an Ihre Bedürfnisse anpassen. 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0995" y="6297190"/>
            <a:ext cx="1157826" cy="41070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9572370" y="6272476"/>
            <a:ext cx="1400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Annabel Lindner</a:t>
            </a:r>
          </a:p>
          <a:p>
            <a:r>
              <a:rPr lang="de-DE" sz="1200" dirty="0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</a:rPr>
              <a:t>Stefan Seegerer</a:t>
            </a:r>
          </a:p>
        </p:txBody>
      </p:sp>
    </p:spTree>
    <p:extLst>
      <p:ext uri="{BB962C8B-B14F-4D97-AF65-F5344CB8AC3E}">
        <p14:creationId xmlns:p14="http://schemas.microsoft.com/office/powerpoint/2010/main" val="119934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latin typeface="Knewave" panose="02000806000000020004" pitchFamily="2" charset="0"/>
              </a:rPr>
              <a:t>Spielvariante 1</a:t>
            </a:r>
          </a:p>
        </p:txBody>
      </p:sp>
    </p:spTree>
    <p:extLst>
      <p:ext uri="{BB962C8B-B14F-4D97-AF65-F5344CB8AC3E}">
        <p14:creationId xmlns:p14="http://schemas.microsoft.com/office/powerpoint/2010/main" val="2133264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1" y="428369"/>
            <a:ext cx="6081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094090" y="428369"/>
            <a:ext cx="6097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 nicht</a:t>
            </a:r>
          </a:p>
        </p:txBody>
      </p:sp>
      <p:cxnSp>
        <p:nvCxnSpPr>
          <p:cNvPr id="9" name="Gerader Verbinder 8"/>
          <p:cNvCxnSpPr/>
          <p:nvPr/>
        </p:nvCxnSpPr>
        <p:spPr>
          <a:xfrm>
            <a:off x="6087762" y="0"/>
            <a:ext cx="1" cy="68580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Grafik 1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098590" y="1427484"/>
            <a:ext cx="1620000" cy="1620000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00050" y="1427484"/>
            <a:ext cx="1620000" cy="1620000"/>
          </a:xfrm>
          <a:prstGeom prst="rect">
            <a:avLst/>
          </a:prstGeom>
        </p:spPr>
      </p:pic>
      <p:pic>
        <p:nvPicPr>
          <p:cNvPr id="17" name="Grafik 16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897130" y="1440584"/>
            <a:ext cx="1620000" cy="1620000"/>
          </a:xfrm>
          <a:prstGeom prst="rect">
            <a:avLst/>
          </a:prstGeom>
        </p:spPr>
      </p:pic>
      <p:pic>
        <p:nvPicPr>
          <p:cNvPr id="19" name="Grafik 18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098590" y="3195092"/>
            <a:ext cx="1620000" cy="1620000"/>
          </a:xfrm>
          <a:prstGeom prst="rect">
            <a:avLst/>
          </a:prstGeom>
        </p:spPr>
      </p:pic>
      <p:pic>
        <p:nvPicPr>
          <p:cNvPr id="20" name="Grafik 19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6266303" y="1434998"/>
            <a:ext cx="1620000" cy="1620000"/>
          </a:xfrm>
          <a:prstGeom prst="rect">
            <a:avLst/>
          </a:prstGeom>
        </p:spPr>
      </p:pic>
      <p:pic>
        <p:nvPicPr>
          <p:cNvPr id="21" name="Grafik 20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064844" y="1427484"/>
            <a:ext cx="1620000" cy="1620000"/>
          </a:xfrm>
          <a:prstGeom prst="rect">
            <a:avLst/>
          </a:prstGeom>
        </p:spPr>
      </p:pic>
      <p:pic>
        <p:nvPicPr>
          <p:cNvPr id="22" name="Grafik 21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9869713" y="1425146"/>
            <a:ext cx="1620000" cy="1620000"/>
          </a:xfrm>
          <a:prstGeom prst="rect">
            <a:avLst/>
          </a:prstGeom>
        </p:spPr>
      </p:pic>
      <p:pic>
        <p:nvPicPr>
          <p:cNvPr id="23" name="Grafik 22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266303" y="3195092"/>
            <a:ext cx="1620000" cy="1620000"/>
          </a:xfrm>
          <a:prstGeom prst="rect">
            <a:avLst/>
          </a:prstGeom>
        </p:spPr>
      </p:pic>
      <p:pic>
        <p:nvPicPr>
          <p:cNvPr id="24" name="Grafik 23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8064844" y="3212756"/>
            <a:ext cx="1620000" cy="1620000"/>
          </a:xfrm>
          <a:prstGeom prst="rect">
            <a:avLst/>
          </a:prstGeom>
        </p:spPr>
      </p:pic>
      <p:pic>
        <p:nvPicPr>
          <p:cNvPr id="25" name="Grafik 24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9869713" y="3206265"/>
            <a:ext cx="1620000" cy="1620000"/>
          </a:xfrm>
          <a:prstGeom prst="rect">
            <a:avLst/>
          </a:prstGeom>
        </p:spPr>
      </p:pic>
      <p:pic>
        <p:nvPicPr>
          <p:cNvPr id="26" name="Grafik 25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7197293" y="4991749"/>
            <a:ext cx="1620000" cy="1620000"/>
          </a:xfrm>
          <a:prstGeom prst="rect">
            <a:avLst/>
          </a:prstGeom>
        </p:spPr>
      </p:pic>
      <p:pic>
        <p:nvPicPr>
          <p:cNvPr id="27" name="Grafik 26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9059713" y="4991537"/>
            <a:ext cx="1620000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03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6915" y="497875"/>
            <a:ext cx="2196000" cy="2196000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281626" y="497875"/>
            <a:ext cx="2196000" cy="2196000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337990" y="497875"/>
            <a:ext cx="2196000" cy="2196000"/>
          </a:xfrm>
          <a:prstGeom prst="rect">
            <a:avLst/>
          </a:prstGeom>
        </p:spPr>
      </p:pic>
      <p:pic>
        <p:nvPicPr>
          <p:cNvPr id="7" name="Grafik 6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9210220" y="497875"/>
            <a:ext cx="2196000" cy="2196000"/>
          </a:xfrm>
          <a:prstGeom prst="rect">
            <a:avLst/>
          </a:prstGeom>
        </p:spPr>
      </p:pic>
      <p:pic>
        <p:nvPicPr>
          <p:cNvPr id="8" name="Grafik 7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54162" y="3305688"/>
            <a:ext cx="2196000" cy="2196000"/>
          </a:xfrm>
          <a:prstGeom prst="rect">
            <a:avLst/>
          </a:prstGeom>
        </p:spPr>
      </p:pic>
      <p:pic>
        <p:nvPicPr>
          <p:cNvPr id="9" name="Grafik 8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382756" y="3305688"/>
            <a:ext cx="2196000" cy="2196000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303882" y="3305688"/>
            <a:ext cx="2196000" cy="2196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210221" y="3305688"/>
            <a:ext cx="2196000" cy="2196000"/>
          </a:xfrm>
          <a:prstGeom prst="rect">
            <a:avLst/>
          </a:prstGeom>
        </p:spPr>
      </p:pic>
      <p:sp>
        <p:nvSpPr>
          <p:cNvPr id="12" name="Textfeld 11"/>
          <p:cNvSpPr txBox="1"/>
          <p:nvPr/>
        </p:nvSpPr>
        <p:spPr>
          <a:xfrm>
            <a:off x="454162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9210221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6296514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3382809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6281574" y="2815115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7" name="Textfeld 16"/>
          <p:cNvSpPr txBox="1"/>
          <p:nvPr/>
        </p:nvSpPr>
        <p:spPr>
          <a:xfrm>
            <a:off x="454161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3382809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9210220" y="5622929"/>
            <a:ext cx="2188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</p:spTree>
    <p:extLst>
      <p:ext uri="{BB962C8B-B14F-4D97-AF65-F5344CB8AC3E}">
        <p14:creationId xmlns:p14="http://schemas.microsoft.com/office/powerpoint/2010/main" val="178648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>
                <a:latin typeface="Knewave" panose="02000806000000020004" pitchFamily="2" charset="0"/>
              </a:rPr>
              <a:t>Spielvariante 2</a:t>
            </a:r>
          </a:p>
        </p:txBody>
      </p:sp>
    </p:spTree>
    <p:extLst>
      <p:ext uri="{BB962C8B-B14F-4D97-AF65-F5344CB8AC3E}">
        <p14:creationId xmlns:p14="http://schemas.microsoft.com/office/powerpoint/2010/main" val="52016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/>
          <p:cNvSpPr txBox="1"/>
          <p:nvPr/>
        </p:nvSpPr>
        <p:spPr>
          <a:xfrm>
            <a:off x="1" y="272375"/>
            <a:ext cx="6087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6087761" y="272375"/>
            <a:ext cx="6091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latin typeface="Knewave" panose="02000806000000020004" pitchFamily="2" charset="0"/>
              </a:rPr>
              <a:t>Beißt nicht</a:t>
            </a:r>
          </a:p>
        </p:txBody>
      </p:sp>
      <p:cxnSp>
        <p:nvCxnSpPr>
          <p:cNvPr id="9" name="Gerader Verbinder 8"/>
          <p:cNvCxnSpPr/>
          <p:nvPr/>
        </p:nvCxnSpPr>
        <p:spPr>
          <a:xfrm>
            <a:off x="6087762" y="0"/>
            <a:ext cx="1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Grafik 7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3943" y="1082456"/>
            <a:ext cx="1260000" cy="1260000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538633" y="1082456"/>
            <a:ext cx="1260000" cy="1260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304544" y="1082456"/>
            <a:ext cx="1260000" cy="1260000"/>
          </a:xfrm>
          <a:prstGeom prst="rect">
            <a:avLst/>
          </a:prstGeom>
        </p:spPr>
      </p:pic>
      <p:pic>
        <p:nvPicPr>
          <p:cNvPr id="12" name="Grafik 11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518300" y="2498317"/>
            <a:ext cx="1260000" cy="1260000"/>
          </a:xfrm>
          <a:prstGeom prst="rect">
            <a:avLst/>
          </a:prstGeom>
        </p:spPr>
      </p:pic>
      <p:pic>
        <p:nvPicPr>
          <p:cNvPr id="13" name="Grafik 12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09169" y="3899230"/>
            <a:ext cx="1260000" cy="1260000"/>
          </a:xfrm>
          <a:prstGeom prst="rect">
            <a:avLst/>
          </a:prstGeom>
        </p:spPr>
      </p:pic>
      <p:pic>
        <p:nvPicPr>
          <p:cNvPr id="14" name="Grafik 13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7770959" y="1082456"/>
            <a:ext cx="1260000" cy="1260000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6384754" y="1082456"/>
            <a:ext cx="1260000" cy="1260000"/>
          </a:xfrm>
          <a:prstGeom prst="rect">
            <a:avLst/>
          </a:prstGeom>
        </p:spPr>
      </p:pic>
      <p:pic>
        <p:nvPicPr>
          <p:cNvPr id="16" name="Grafik 15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156665" y="1082456"/>
            <a:ext cx="1260000" cy="1260000"/>
          </a:xfrm>
          <a:prstGeom prst="rect">
            <a:avLst/>
          </a:prstGeom>
        </p:spPr>
      </p:pic>
      <p:pic>
        <p:nvPicPr>
          <p:cNvPr id="17" name="Grafik 16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2908500" y="2498317"/>
            <a:ext cx="1260000" cy="1260000"/>
          </a:xfrm>
          <a:prstGeom prst="rect">
            <a:avLst/>
          </a:prstGeom>
        </p:spPr>
      </p:pic>
      <p:pic>
        <p:nvPicPr>
          <p:cNvPr id="18" name="Grafik 17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118787" y="2490843"/>
            <a:ext cx="1260000" cy="1260000"/>
          </a:xfrm>
          <a:prstGeom prst="rect">
            <a:avLst/>
          </a:prstGeom>
        </p:spPr>
      </p:pic>
      <p:pic>
        <p:nvPicPr>
          <p:cNvPr id="19" name="Grafik 18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2923323" y="1082456"/>
            <a:ext cx="1260000" cy="1260000"/>
          </a:xfrm>
          <a:prstGeom prst="rect">
            <a:avLst/>
          </a:prstGeom>
        </p:spPr>
      </p:pic>
      <p:pic>
        <p:nvPicPr>
          <p:cNvPr id="20" name="Grafik 19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4308013" y="2498317"/>
            <a:ext cx="1260000" cy="1260000"/>
          </a:xfrm>
          <a:prstGeom prst="rect">
            <a:avLst/>
          </a:prstGeom>
        </p:spPr>
      </p:pic>
      <p:pic>
        <p:nvPicPr>
          <p:cNvPr id="21" name="Grafik 20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10542870" y="1082456"/>
            <a:ext cx="1260000" cy="1260000"/>
          </a:xfrm>
          <a:prstGeom prst="rect">
            <a:avLst/>
          </a:prstGeom>
        </p:spPr>
      </p:pic>
      <p:pic>
        <p:nvPicPr>
          <p:cNvPr id="3" name="Grafik 2"/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1518300" y="3899230"/>
            <a:ext cx="1260000" cy="1260000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17"/>
          <a:stretch>
            <a:fillRect/>
          </a:stretch>
        </p:blipFill>
        <p:spPr>
          <a:xfrm>
            <a:off x="2930122" y="3914178"/>
            <a:ext cx="1260000" cy="1260000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18"/>
          <a:stretch>
            <a:fillRect/>
          </a:stretch>
        </p:blipFill>
        <p:spPr>
          <a:xfrm>
            <a:off x="4317684" y="3914178"/>
            <a:ext cx="1260000" cy="1260000"/>
          </a:xfrm>
          <a:prstGeom prst="rect">
            <a:avLst/>
          </a:prstGeom>
        </p:spPr>
      </p:pic>
      <p:pic>
        <p:nvPicPr>
          <p:cNvPr id="22" name="Grafik 21"/>
          <p:cNvPicPr>
            <a:picLocks/>
          </p:cNvPicPr>
          <p:nvPr/>
        </p:nvPicPr>
        <p:blipFill>
          <a:blip r:embed="rId19"/>
          <a:stretch>
            <a:fillRect/>
          </a:stretch>
        </p:blipFill>
        <p:spPr>
          <a:xfrm>
            <a:off x="2148300" y="5330039"/>
            <a:ext cx="1260000" cy="1260000"/>
          </a:xfrm>
          <a:prstGeom prst="rect">
            <a:avLst/>
          </a:prstGeom>
        </p:spPr>
      </p:pic>
      <p:pic>
        <p:nvPicPr>
          <p:cNvPr id="23" name="Grafik 22"/>
          <p:cNvPicPr>
            <a:picLocks/>
          </p:cNvPicPr>
          <p:nvPr/>
        </p:nvPicPr>
        <p:blipFill>
          <a:blip r:embed="rId20"/>
          <a:stretch>
            <a:fillRect/>
          </a:stretch>
        </p:blipFill>
        <p:spPr>
          <a:xfrm>
            <a:off x="6384754" y="2487240"/>
            <a:ext cx="1260000" cy="1260000"/>
          </a:xfrm>
          <a:prstGeom prst="rect">
            <a:avLst/>
          </a:prstGeom>
        </p:spPr>
      </p:pic>
      <p:pic>
        <p:nvPicPr>
          <p:cNvPr id="24" name="Grafik 23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7770959" y="2498317"/>
            <a:ext cx="1260000" cy="1260000"/>
          </a:xfrm>
          <a:prstGeom prst="rect">
            <a:avLst/>
          </a:prstGeom>
        </p:spPr>
      </p:pic>
      <p:pic>
        <p:nvPicPr>
          <p:cNvPr id="25" name="Grafik 24"/>
          <p:cNvPicPr>
            <a:picLocks/>
          </p:cNvPicPr>
          <p:nvPr/>
        </p:nvPicPr>
        <p:blipFill>
          <a:blip r:embed="rId22"/>
          <a:stretch>
            <a:fillRect/>
          </a:stretch>
        </p:blipFill>
        <p:spPr>
          <a:xfrm>
            <a:off x="9147679" y="2487240"/>
            <a:ext cx="1260000" cy="1260000"/>
          </a:xfrm>
          <a:prstGeom prst="rect">
            <a:avLst/>
          </a:prstGeom>
        </p:spPr>
      </p:pic>
      <p:pic>
        <p:nvPicPr>
          <p:cNvPr id="26" name="Grafik 25"/>
          <p:cNvPicPr>
            <a:picLocks/>
          </p:cNvPicPr>
          <p:nvPr/>
        </p:nvPicPr>
        <p:blipFill>
          <a:blip r:embed="rId23"/>
          <a:stretch>
            <a:fillRect/>
          </a:stretch>
        </p:blipFill>
        <p:spPr>
          <a:xfrm>
            <a:off x="10542870" y="2498317"/>
            <a:ext cx="1260000" cy="1260000"/>
          </a:xfrm>
          <a:prstGeom prst="rect">
            <a:avLst/>
          </a:prstGeom>
        </p:spPr>
      </p:pic>
      <p:pic>
        <p:nvPicPr>
          <p:cNvPr id="27" name="Grafik 26"/>
          <p:cNvPicPr>
            <a:picLocks/>
          </p:cNvPicPr>
          <p:nvPr/>
        </p:nvPicPr>
        <p:blipFill>
          <a:blip r:embed="rId24"/>
          <a:stretch>
            <a:fillRect/>
          </a:stretch>
        </p:blipFill>
        <p:spPr>
          <a:xfrm>
            <a:off x="6387570" y="3899230"/>
            <a:ext cx="1260000" cy="1260000"/>
          </a:xfrm>
          <a:prstGeom prst="rect">
            <a:avLst/>
          </a:prstGeom>
        </p:spPr>
      </p:pic>
      <p:pic>
        <p:nvPicPr>
          <p:cNvPr id="28" name="Grafik 27"/>
          <p:cNvPicPr>
            <a:picLocks/>
          </p:cNvPicPr>
          <p:nvPr/>
        </p:nvPicPr>
        <p:blipFill>
          <a:blip r:embed="rId25"/>
          <a:stretch>
            <a:fillRect/>
          </a:stretch>
        </p:blipFill>
        <p:spPr>
          <a:xfrm>
            <a:off x="7756970" y="3914178"/>
            <a:ext cx="1260000" cy="1260000"/>
          </a:xfrm>
          <a:prstGeom prst="rect">
            <a:avLst/>
          </a:prstGeom>
        </p:spPr>
      </p:pic>
      <p:pic>
        <p:nvPicPr>
          <p:cNvPr id="29" name="Grafik 28"/>
          <p:cNvPicPr>
            <a:picLocks/>
          </p:cNvPicPr>
          <p:nvPr/>
        </p:nvPicPr>
        <p:blipFill>
          <a:blip r:embed="rId26"/>
          <a:stretch>
            <a:fillRect/>
          </a:stretch>
        </p:blipFill>
        <p:spPr>
          <a:xfrm>
            <a:off x="9156665" y="3899230"/>
            <a:ext cx="1260000" cy="1260000"/>
          </a:xfrm>
          <a:prstGeom prst="rect">
            <a:avLst/>
          </a:prstGeom>
        </p:spPr>
      </p:pic>
      <p:pic>
        <p:nvPicPr>
          <p:cNvPr id="30" name="Grafik 29"/>
          <p:cNvPicPr>
            <a:picLocks/>
          </p:cNvPicPr>
          <p:nvPr/>
        </p:nvPicPr>
        <p:blipFill>
          <a:blip r:embed="rId27"/>
          <a:stretch>
            <a:fillRect/>
          </a:stretch>
        </p:blipFill>
        <p:spPr>
          <a:xfrm>
            <a:off x="10535241" y="3899230"/>
            <a:ext cx="1260000" cy="1260000"/>
          </a:xfrm>
          <a:prstGeom prst="rect">
            <a:avLst/>
          </a:prstGeom>
        </p:spPr>
      </p:pic>
      <p:pic>
        <p:nvPicPr>
          <p:cNvPr id="31" name="Grafik 30"/>
          <p:cNvPicPr>
            <a:picLocks/>
          </p:cNvPicPr>
          <p:nvPr/>
        </p:nvPicPr>
        <p:blipFill>
          <a:blip r:embed="rId28"/>
          <a:stretch>
            <a:fillRect/>
          </a:stretch>
        </p:blipFill>
        <p:spPr>
          <a:xfrm>
            <a:off x="7756970" y="5304014"/>
            <a:ext cx="1260000" cy="1260000"/>
          </a:xfrm>
          <a:prstGeom prst="rect">
            <a:avLst/>
          </a:prstGeom>
        </p:spPr>
      </p:pic>
      <p:pic>
        <p:nvPicPr>
          <p:cNvPr id="32" name="Grafik 31"/>
          <p:cNvPicPr>
            <a:picLocks/>
          </p:cNvPicPr>
          <p:nvPr/>
        </p:nvPicPr>
        <p:blipFill>
          <a:blip r:embed="rId29"/>
          <a:stretch>
            <a:fillRect/>
          </a:stretch>
        </p:blipFill>
        <p:spPr>
          <a:xfrm>
            <a:off x="9158945" y="5304014"/>
            <a:ext cx="1260000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75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851926" y="550743"/>
            <a:ext cx="1656000" cy="1650386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591288" y="550743"/>
            <a:ext cx="1656000" cy="1650290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753926" y="554086"/>
            <a:ext cx="1656000" cy="1661670"/>
          </a:xfrm>
          <a:prstGeom prst="rect">
            <a:avLst/>
          </a:prstGeom>
        </p:spPr>
      </p:pic>
      <p:pic>
        <p:nvPicPr>
          <p:cNvPr id="7" name="Grafik 6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39861" y="551314"/>
            <a:ext cx="1656000" cy="1656000"/>
          </a:xfrm>
          <a:prstGeom prst="rect">
            <a:avLst/>
          </a:prstGeom>
        </p:spPr>
      </p:pic>
      <p:pic>
        <p:nvPicPr>
          <p:cNvPr id="8" name="Grafik 7"/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40116" y="550743"/>
            <a:ext cx="1652742" cy="1658421"/>
          </a:xfrm>
          <a:prstGeom prst="rect">
            <a:avLst/>
          </a:prstGeom>
        </p:spPr>
      </p:pic>
      <p:pic>
        <p:nvPicPr>
          <p:cNvPr id="9" name="Grafik 8"/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309762" y="547549"/>
            <a:ext cx="1656000" cy="1661615"/>
          </a:xfrm>
          <a:prstGeom prst="rect">
            <a:avLst/>
          </a:prstGeom>
        </p:spPr>
      </p:pic>
      <p:pic>
        <p:nvPicPr>
          <p:cNvPr id="10" name="Grafik 9"/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10482666" y="554086"/>
            <a:ext cx="1656000" cy="1656000"/>
          </a:xfrm>
          <a:prstGeom prst="rect">
            <a:avLst/>
          </a:prstGeom>
        </p:spPr>
      </p:pic>
      <p:pic>
        <p:nvPicPr>
          <p:cNvPr id="11" name="Grafik 10"/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681496" y="3663977"/>
            <a:ext cx="1656000" cy="1663666"/>
          </a:xfrm>
          <a:prstGeom prst="rect">
            <a:avLst/>
          </a:prstGeom>
        </p:spPr>
      </p:pic>
      <p:pic>
        <p:nvPicPr>
          <p:cNvPr id="12" name="Grafik 11"/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293791" y="3656291"/>
            <a:ext cx="1656000" cy="1656000"/>
          </a:xfrm>
          <a:prstGeom prst="rect">
            <a:avLst/>
          </a:prstGeom>
        </p:spPr>
      </p:pic>
      <p:pic>
        <p:nvPicPr>
          <p:cNvPr id="13" name="Grafik 12"/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2403955" y="3663977"/>
            <a:ext cx="1656000" cy="1663666"/>
          </a:xfrm>
          <a:prstGeom prst="rect">
            <a:avLst/>
          </a:prstGeom>
        </p:spPr>
      </p:pic>
      <p:pic>
        <p:nvPicPr>
          <p:cNvPr id="14" name="Grafik 13"/>
          <p:cNvPicPr>
            <a:picLocks/>
          </p:cNvPicPr>
          <p:nvPr/>
        </p:nvPicPr>
        <p:blipFill>
          <a:blip r:embed="rId13"/>
          <a:stretch>
            <a:fillRect/>
          </a:stretch>
        </p:blipFill>
        <p:spPr>
          <a:xfrm>
            <a:off x="4126414" y="3660143"/>
            <a:ext cx="1656000" cy="1663703"/>
          </a:xfrm>
          <a:prstGeom prst="rect">
            <a:avLst/>
          </a:prstGeom>
        </p:spPr>
      </p:pic>
      <p:pic>
        <p:nvPicPr>
          <p:cNvPr id="15" name="Grafik 14"/>
          <p:cNvPicPr>
            <a:picLocks/>
          </p:cNvPicPr>
          <p:nvPr/>
        </p:nvPicPr>
        <p:blipFill>
          <a:blip r:embed="rId14"/>
          <a:stretch>
            <a:fillRect/>
          </a:stretch>
        </p:blipFill>
        <p:spPr>
          <a:xfrm>
            <a:off x="5848873" y="3663941"/>
            <a:ext cx="1656000" cy="1663738"/>
          </a:xfrm>
          <a:prstGeom prst="rect">
            <a:avLst/>
          </a:prstGeom>
        </p:spPr>
      </p:pic>
      <p:pic>
        <p:nvPicPr>
          <p:cNvPr id="16" name="Grafik 15"/>
          <p:cNvPicPr>
            <a:picLocks/>
          </p:cNvPicPr>
          <p:nvPr/>
        </p:nvPicPr>
        <p:blipFill>
          <a:blip r:embed="rId15"/>
          <a:stretch>
            <a:fillRect/>
          </a:stretch>
        </p:blipFill>
        <p:spPr>
          <a:xfrm>
            <a:off x="7571332" y="3656291"/>
            <a:ext cx="1656000" cy="1663703"/>
          </a:xfrm>
          <a:prstGeom prst="rect">
            <a:avLst/>
          </a:prstGeom>
        </p:spPr>
      </p:pic>
      <p:sp>
        <p:nvSpPr>
          <p:cNvPr id="17" name="Textfeld 16"/>
          <p:cNvSpPr txBox="1"/>
          <p:nvPr/>
        </p:nvSpPr>
        <p:spPr>
          <a:xfrm>
            <a:off x="7038854" y="2373467"/>
            <a:ext cx="1657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1853201" y="2373467"/>
            <a:ext cx="1654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19" name="Textfeld 18"/>
          <p:cNvSpPr txBox="1"/>
          <p:nvPr/>
        </p:nvSpPr>
        <p:spPr>
          <a:xfrm>
            <a:off x="8753927" y="2373467"/>
            <a:ext cx="16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20" name="Textfeld 19"/>
          <p:cNvSpPr txBox="1"/>
          <p:nvPr/>
        </p:nvSpPr>
        <p:spPr>
          <a:xfrm>
            <a:off x="140116" y="2373467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1" name="Textfeld 20"/>
          <p:cNvSpPr txBox="1"/>
          <p:nvPr/>
        </p:nvSpPr>
        <p:spPr>
          <a:xfrm>
            <a:off x="7571333" y="5467523"/>
            <a:ext cx="165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683125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2403955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4128044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5850502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9297049" y="5467523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7" name="Textfeld 26"/>
          <p:cNvSpPr txBox="1"/>
          <p:nvPr/>
        </p:nvSpPr>
        <p:spPr>
          <a:xfrm>
            <a:off x="10482666" y="2370060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5328047" y="2379870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3589485" y="2374089"/>
            <a:ext cx="165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latin typeface="Knewave" panose="02000806000000020004" pitchFamily="2" charset="0"/>
              </a:rPr>
              <a:t>beißt nicht</a:t>
            </a:r>
          </a:p>
        </p:txBody>
      </p:sp>
    </p:spTree>
    <p:extLst>
      <p:ext uri="{BB962C8B-B14F-4D97-AF65-F5344CB8AC3E}">
        <p14:creationId xmlns:p14="http://schemas.microsoft.com/office/powerpoint/2010/main" val="51653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Breitbild</PresentationFormat>
  <Paragraphs>40</Paragraphs>
  <Slides>7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Knewave</vt:lpstr>
      <vt:lpstr>Roboto</vt:lpstr>
      <vt:lpstr>Office</vt:lpstr>
      <vt:lpstr>Klassifikation mit Entscheidungsbäumen:  Das Gute-Äffchen-Böse-Äffchen-Spiel</vt:lpstr>
      <vt:lpstr>Spielvariante 1</vt:lpstr>
      <vt:lpstr>PowerPoint-Präsentation</vt:lpstr>
      <vt:lpstr>PowerPoint-Präsentation</vt:lpstr>
      <vt:lpstr>Spielvariante 2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Spielvariante 1</dc:title>
  <dc:creator>Annabel Lindner</dc:creator>
  <cp:lastModifiedBy>Müller, Maximilian | Wissensfabrik</cp:lastModifiedBy>
  <cp:revision>14</cp:revision>
  <dcterms:created xsi:type="dcterms:W3CDTF">2019-03-19T09:43:13Z</dcterms:created>
  <dcterms:modified xsi:type="dcterms:W3CDTF">2023-06-30T09:05:45Z</dcterms:modified>
</cp:coreProperties>
</file>